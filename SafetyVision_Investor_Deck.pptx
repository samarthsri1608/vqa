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9D21FB-5B70-4B3B-AF93-54EABC5CF5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E16AE3-C953-4337-B586-F49A3C6DA5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C2C6EED-C32E-4763-A527-11CB7111E5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FC43CAD-3E56-4FA8-8C0B-4E8B1EEF7A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B7F370B-3E50-43B3-8362-4EB9446FB3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DB0174E-D0C3-4A18-801A-2456647C04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3027DEE-CC06-4A6E-86F0-A1CF838359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22A1FEE-7489-46AE-944B-E6A9A5B454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15C7BAC-1F68-4A38-8E21-9A57556D33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105B509-55C5-4C25-B6E7-77391501CF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F977EA73-34AF-4533-A5FD-F0C72F582C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9E6C8A-21B6-49D5-9A92-6A556F90066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6FDB00-7224-41E6-9642-00F321B561A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BE2840-86B5-42DB-966F-F23A7C38B75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362593-09A8-45DC-A31E-97D9F6E9738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A45A9B-45A6-492D-93C8-6DC43AC481C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899423-D643-417E-A1B4-7B3B9C6B8B4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F7721E-5079-4BF6-AABA-F49981E8ADA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3ED80F-C2F7-4AC3-8AAC-18B67C6023D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A40597-32EB-4B7B-B2A8-493F533CC0A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A4FB12-C4B5-422A-BD1C-B4C54A67705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CF7E97-93E3-49DD-94E5-55DCA6D3AAC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Safety Vision – AI-Powered Safety Auditor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“</a:t>
            </a: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Making workplaces safer, faster, smarter”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Investor Presentation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The Problem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Workplace accidents cost billions annually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Manual audits are slow, costly, inconsistent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No real-time hazard detection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The Solution – Safety Vision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AI-powered visual safety auditor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Upload images → instant hazard detection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Annotated images with bounding boxes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Classifies: Wrong (Hazards), Right (Good Practices), To-Do (Actions)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How It Works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Frontend: Web app (upload → results)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Backend: Flask API + AI (Gemini/Alternatives)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Output: JSON (Wrong, Right, To-Do) + Annotated Image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Competitive Edge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Faster &amp; cheaper than manual audits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Scalable across industries (construction, factories, offices)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Visual + text feedback ensures compliance clarity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Future-ready: chatbot, bulk audit, custom reports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Market Opportunity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Global EHS (Environment, Health &amp; Safety) market = multi-billion opportunity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Rising regulatory &amp; insurance compliance pressure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Huge gap in AI-driven audit tools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Business Model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Subscription Model: SMEs &amp; Enterprises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Tiered pricing: per site / per audit volume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Add-ons: Bulk image audits, Custom report templates, API integrations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Roadmap (API → Custom ML)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Phase 1 (0–6 months): API usage, dataset collection, auditor chatbot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Phase 2 (6–12 months): Train YOLO/Detectron2 model, hybrid API+model, bulk upload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Phase 3 (12–24 months): Full ML deployment, custom reports, edge devices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Risks &amp; Mitigation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41804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AI Accuracy → Mitigation: human-in-loop, retraining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Regulatory Acceptance → Mitigation: support auditors, compliance templates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Data Privacy → Mitigation: encryption, anonymization, on-prem options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Adoption Resistance → Mitigation: augment, not replace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Scaling Costs → Mitigation: migrate to own ML, govt cloud servers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Cost Model &amp; ROI Projection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Gemini API: ₹1.6–1.8L / 10k images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Google Vision: ~₹1.2K / 10k images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AWS Rekognition: ~₹900 / 10k images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Azure CV (India): ~₹660 / 10k images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Own ML model (NIC Cloud server):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~₹2.3K/month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ROI: Break-even in 18–22 months, 4–6x ROI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by Year 3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Traction &amp; Partnerships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Prototype ready (live demo)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Planned pilots with industry safety consultants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Partnerships with EHS firms &amp; compliance auditors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The Ask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Investment Needed: ₹10,000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Funds for infra scaling, ML model, hiring, pilots, marketing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Closing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Safety Vision – Redefining Workplace Safety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“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Faster. Smarter. Safer.”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2025-09-21T22:33:28Z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